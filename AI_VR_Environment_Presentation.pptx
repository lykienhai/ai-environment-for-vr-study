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8229600" cy="3200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AI Generated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  <a:latin typeface="Calibri"/>
              </a:rPr>
              <a:t>in VR Headset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5FF"/>
                </a:solidFill>
                <a:latin typeface="Calibri"/>
              </a:rPr>
              <a:t>Exploring AI-Powered Immersive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337560"/>
            <a:ext cx="27432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0A4B7"/>
                </a:solidFill>
                <a:latin typeface="Calibri"/>
              </a:rPr>
              <a:t>Pham Anh Hoang  |  Student ID: 35479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001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5FF"/>
                </a:solidFill>
                <a:latin typeface="Calibri"/>
              </a:rPr>
              <a:t>University Project Presentation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8229600" cy="3200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POSSIBILITIES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Can It Generate?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4023360" cy="1463040"/>
          </a:xfrm>
          <a:prstGeom prst="rect">
            <a:avLst/>
          </a:prstGeom>
          <a:solidFill>
            <a:srgbClr val="0A3D62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Medical Environments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892808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Doctor's offices, operating rooms, medicine rooms - generated on demand without any 3D modelling expertise.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417320"/>
            <a:ext cx="4023360" cy="1463040"/>
          </a:xfrm>
          <a:prstGeom prst="rect">
            <a:avLst/>
          </a:prstGeom>
          <a:solidFill>
            <a:srgbClr val="0A3D62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Unique Every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1892808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Each AI run produces fresh textures, unique furniture layouts, and new visual details - infinite variety.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063240"/>
            <a:ext cx="4023360" cy="1463040"/>
          </a:xfrm>
          <a:prstGeom prst="rect">
            <a:avLst/>
          </a:prstGeom>
          <a:solidFill>
            <a:srgbClr val="0A3D62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Real-Time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538728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Rooms are generated in seconds using Stable Diffusion on a consumer GPU - no pre-built assets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3063240"/>
            <a:ext cx="4023360" cy="1463040"/>
          </a:xfrm>
          <a:prstGeom prst="rect">
            <a:avLst/>
          </a:prstGeom>
          <a:solidFill>
            <a:srgbClr val="0A3D62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Unity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3538728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Output images are streamed live into a Unity 3D box room. Scene updates the moment generation finishes.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8229600" cy="3200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WORKING WITH OTHER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More Could It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5FF"/>
                </a:solidFill>
                <a:latin typeface="Calibri"/>
              </a:rPr>
              <a:t>Combined with other subject groups, this project could expand far beyond a single room generator.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8229600" cy="658368"/>
          </a:xfrm>
          <a:prstGeom prst="rect">
            <a:avLst/>
          </a:prstGeom>
          <a:solidFill>
            <a:srgbClr val="0A3D62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Evaluation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11095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Their testing criteria and user feedback methods could measure AI room quality and immersion, giving our project structured, measurable outcomes.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24327"/>
            <a:ext cx="8229600" cy="658368"/>
          </a:xfrm>
          <a:prstGeom prst="rect">
            <a:avLst/>
          </a:prstGeom>
          <a:solidFill>
            <a:srgbClr val="0A3D62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XR / VR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60903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Combining AI-generated environments with full XR headset integration would allow real immersive walkthroughs inside the generated medical spaces.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74135"/>
            <a:ext cx="8229600" cy="658368"/>
          </a:xfrm>
          <a:prstGeom prst="rect">
            <a:avLst/>
          </a:prstGeom>
          <a:solidFill>
            <a:srgbClr val="0A3D62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19855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Dialogue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10711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Adding a natural language dialogue system to the NPC doctor creates interactive medical training - patients ask questions, the AI doctor responds in VR.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23944"/>
            <a:ext cx="8229600" cy="658368"/>
          </a:xfrm>
          <a:prstGeom prst="rect">
            <a:avLst/>
          </a:prstGeom>
          <a:solidFill>
            <a:srgbClr val="0A3D62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69663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Human Resource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16052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The HR group could use AI-generated environments for virtual onboarding or staff training simulations, extending the technology beyond the medical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8229600" cy="3200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RESULTS &amp;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4023360" cy="34747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0195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  Full 6-face AI room generator (4 walls + floor + ceiling)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2316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  4 preset medical scenarios ready to load instantly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4436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  Unity box-room integration with live file watching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6557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  2D NPC doctor placed inside the generated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86783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  Gradio web interface to trigger scenes in one click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325880"/>
            <a:ext cx="4023360" cy="34747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4173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Reflection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901952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-&gt;  Completed earlier than expected - left time to help classmates debug their own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6517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-&gt;  Proved AI image generation is fast enough for interactive VR 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401568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-&gt;  Limitations: flat 2D walls - real 3D mesh generation is the logical 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151376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E5FF"/>
                </a:solidFill>
                <a:latin typeface="Calibri"/>
              </a:rPr>
              <a:t>-&gt;  Prompted further ideas around multi-subject collaboration and VR medical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925830"/>
            <a:ext cx="3291840" cy="3291840"/>
          </a:xfrm>
          <a:prstGeom prst="ellipse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0" y="1200150"/>
            <a:ext cx="2743200" cy="2743200"/>
          </a:xfrm>
          <a:prstGeom prst="ellipse">
            <a:avLst/>
          </a:prstGeom>
          <a:solidFill>
            <a:srgbClr val="07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520440" y="1520190"/>
            <a:ext cx="2103120" cy="2103120"/>
          </a:xfrm>
          <a:prstGeom prst="ellipse">
            <a:avLst/>
          </a:prstGeom>
          <a:solidFill>
            <a:srgbClr val="00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D4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127248"/>
            <a:ext cx="27432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31012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A4B7"/>
                </a:solidFill>
                <a:latin typeface="Calibri"/>
              </a:rPr>
              <a:t>Pham Anh Hoang  35479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307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E5FF"/>
                </a:solidFill>
                <a:latin typeface="Calibri"/>
              </a:rPr>
              <a:t>AI Generated Environment in VR Headset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